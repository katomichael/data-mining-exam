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0442-6B69-E5D6-67BB-FC75C21B5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113B6-24B4-4CD9-C1D2-26B885B5C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31A6-D33E-2062-21E6-4EAAC238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12F39-BB83-6C74-AA1C-2D703D47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864A-92E0-CE5A-B8D7-16A2E444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9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720A-4422-9327-3F51-84BCC02EA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33A3-D879-B260-2699-A7C155D8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B0F4-C676-AB19-F163-E889CE97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BF660-C0CA-F372-A033-194820F5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4A788-E189-4C3F-27CE-D1F0B58A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3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76958-26A8-DF07-3E88-1E9BBD9F9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55026-47FA-65D1-5C96-ED81A6101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C40BD-536B-4165-71C4-E659F172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63893-8536-20BA-3770-33C08C90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440C-1C89-2E4C-2066-7BBC288D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0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E92C-2ADC-6280-9398-ED15BBB4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45851-FC2C-555E-6A4C-8D4D2D028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54945-B1EC-8AE2-9354-77074C5A8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2A216-7CDA-ACCC-F474-36B956E4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145BB-7BDA-F537-E5AE-F8920470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4B9C5-AE95-F2DE-0319-C0417EE3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7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84E9F-FDEA-3E53-ADA5-3B8AA6AD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5A95-E10B-DDCA-91B3-8A032D504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FF01E-3A41-F869-337D-5761C615D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D62EC-C015-125C-2939-00231F7FB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B1768-661D-1B64-839E-5584243ED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B908B-173F-D8DF-B593-693982E4C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C0CA5-3466-FE04-EDC3-6156BFB6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CB89C-62A0-67B2-4128-6E2FFBA6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1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640C-2199-BDF0-23BB-444A78AE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92E15-409F-8608-02AB-1F058A45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C75F4-22AC-E793-E315-22D1FD84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96F79-A29D-B47D-BB36-A15AC8E2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5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F2541-B147-5A71-64CD-EF5D7F09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65DEC-912C-4413-39BF-4D45268E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FA636-E927-5116-A938-A0572562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29F0-8E22-ED2D-11BD-36862C2C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7CF5-709B-4CB2-243F-241EAE13C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5FA16-F5AE-AA67-227F-472B21FAE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C7BCD-7BFD-F3CF-0219-0F7728FF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3D531-1729-96C3-FDC6-7F5531C7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7DA6-B173-3718-B567-69A339FE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3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B1BD-6D16-53CB-AE58-6DED9673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B023C-C3BD-11E3-DEB7-9A0FCDD3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438E3-9D6E-CBDA-CD7C-F10BF486C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74B35-6AFF-F222-9BF6-F5D1A4CC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E9D1A-A8BC-DAAE-3EB6-9A7DCC38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D0F5-B3F7-6B48-F348-C2A7A33E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7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6CA3-88C0-1AC5-1EF8-BBC36D37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9D006-63F3-95F0-F3E5-4C554B813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26545-13F1-6996-7B1F-EDB4C357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6BF19-F6C6-30BE-A367-DD75BB08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71BDA-3BB5-46E3-0063-3013E78E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7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E214A-C0F5-587A-1FBB-FCE1D5AC3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BB6D5-6794-E4E1-FA99-1E2229C24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EDCA0-E536-85B0-E1F8-F2184AF4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A6891-6B37-905F-B53D-5E40803A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015C9-19EC-CBAD-6F9B-CAF5C54F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850C4-D36F-A7ED-06CB-FB33436D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2654-266A-225A-401E-9B49F5350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3566-6B8C-CEFD-CC9C-BF3D1EE12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370E5-0986-4962-AA79-E6812EAE69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C8985-CB20-BBC0-9354-6D317BC9C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16FB-769A-9302-010A-E73EBF2A4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E5B11-C0E5-4A2B-8EBC-78791B013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4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mikey kato nyenje</dc:creator>
  <cp:lastModifiedBy>mikey kato nyenje</cp:lastModifiedBy>
  <cp:revision>1</cp:revision>
  <dcterms:created xsi:type="dcterms:W3CDTF">2025-12-14T18:32:45Z</dcterms:created>
  <dcterms:modified xsi:type="dcterms:W3CDTF">2025-12-14T18:37:14Z</dcterms:modified>
</cp:coreProperties>
</file>